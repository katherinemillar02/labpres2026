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website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Quarto website.</a:t>
            </a:r>
          </a:p>
          <a:p>
            <a:pPr lvl="0" indent="0" marL="0">
              <a:buNone/>
            </a:pPr>
            <a:r>
              <a:rPr/>
              <a:t>To learn more about Quarto websites visit </a:t>
            </a:r>
            <a:r>
              <a:rPr>
                <a:hlinkClick r:id="rId2"/>
              </a:rPr>
              <a:t>https://quarto.org/docs/websites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Quarto</dc:title>
  <dc:creator/>
  <cp:keywords/>
  <dcterms:created xsi:type="dcterms:W3CDTF">2026-02-20T16:29:00Z</dcterms:created>
  <dcterms:modified xsi:type="dcterms:W3CDTF">2026-02-20T16:29:00Z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